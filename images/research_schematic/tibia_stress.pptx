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5386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2A71ED-E29F-DE98-7564-1027BDD0B22A}" v="2" dt="2025-08-20T20:33:38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36" d="100"/>
          <a:sy n="136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wat Maharjan" userId="S::smahar02@villanova.edu::5f5b7aba-37cb-4f4e-935d-e2c6f6d899fe" providerId="AD" clId="Web-{EC2A71ED-E29F-DE98-7564-1027BDD0B22A}"/>
    <pc:docChg chg="modSld">
      <pc:chgData name="Shashwat Maharjan" userId="S::smahar02@villanova.edu::5f5b7aba-37cb-4f4e-935d-e2c6f6d899fe" providerId="AD" clId="Web-{EC2A71ED-E29F-DE98-7564-1027BDD0B22A}" dt="2025-08-20T20:33:38.443" v="1"/>
      <pc:docMkLst>
        <pc:docMk/>
      </pc:docMkLst>
      <pc:sldChg chg="addSp delSp modSp">
        <pc:chgData name="Shashwat Maharjan" userId="S::smahar02@villanova.edu::5f5b7aba-37cb-4f4e-935d-e2c6f6d899fe" providerId="AD" clId="Web-{EC2A71ED-E29F-DE98-7564-1027BDD0B22A}" dt="2025-08-20T20:33:38.443" v="1"/>
        <pc:sldMkLst>
          <pc:docMk/>
          <pc:sldMk cId="345037913" sldId="259"/>
        </pc:sldMkLst>
        <pc:cxnChg chg="add del mod">
          <ac:chgData name="Shashwat Maharjan" userId="S::smahar02@villanova.edu::5f5b7aba-37cb-4f4e-935d-e2c6f6d899fe" providerId="AD" clId="Web-{EC2A71ED-E29F-DE98-7564-1027BDD0B22A}" dt="2025-08-20T20:33:38.443" v="1"/>
          <ac:cxnSpMkLst>
            <pc:docMk/>
            <pc:sldMk cId="345037913" sldId="259"/>
            <ac:cxnSpMk id="2" creationId="{06EEBFC3-276B-904C-F167-CBDAE31141F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881523"/>
            <a:ext cx="9144000" cy="1875261"/>
          </a:xfrm>
        </p:spPr>
        <p:txBody>
          <a:bodyPr anchor="b"/>
          <a:lstStyle>
            <a:lvl1pPr algn="ctr">
              <a:defRPr sz="47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2829103"/>
            <a:ext cx="9144000" cy="1300463"/>
          </a:xfrm>
        </p:spPr>
        <p:txBody>
          <a:bodyPr/>
          <a:lstStyle>
            <a:lvl1pPr marL="0" indent="0" algn="ctr">
              <a:buNone/>
              <a:defRPr sz="1885"/>
            </a:lvl1pPr>
            <a:lvl2pPr marL="359085" indent="0" algn="ctr">
              <a:buNone/>
              <a:defRPr sz="1571"/>
            </a:lvl2pPr>
            <a:lvl3pPr marL="718170" indent="0" algn="ctr">
              <a:buNone/>
              <a:defRPr sz="1414"/>
            </a:lvl3pPr>
            <a:lvl4pPr marL="1077255" indent="0" algn="ctr">
              <a:buNone/>
              <a:defRPr sz="1257"/>
            </a:lvl4pPr>
            <a:lvl5pPr marL="1436340" indent="0" algn="ctr">
              <a:buNone/>
              <a:defRPr sz="1257"/>
            </a:lvl5pPr>
            <a:lvl6pPr marL="1795424" indent="0" algn="ctr">
              <a:buNone/>
              <a:defRPr sz="1257"/>
            </a:lvl6pPr>
            <a:lvl7pPr marL="2154509" indent="0" algn="ctr">
              <a:buNone/>
              <a:defRPr sz="1257"/>
            </a:lvl7pPr>
            <a:lvl8pPr marL="2513594" indent="0" algn="ctr">
              <a:buNone/>
              <a:defRPr sz="1257"/>
            </a:lvl8pPr>
            <a:lvl9pPr marL="2872679" indent="0" algn="ctr">
              <a:buNone/>
              <a:defRPr sz="12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8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4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342857"/>
            <a:ext cx="10515600" cy="2240587"/>
          </a:xfrm>
        </p:spPr>
        <p:txBody>
          <a:bodyPr anchor="b"/>
          <a:lstStyle>
            <a:lvl1pPr>
              <a:defRPr sz="47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604641"/>
            <a:ext cx="10515600" cy="1178272"/>
          </a:xfrm>
        </p:spPr>
        <p:txBody>
          <a:bodyPr/>
          <a:lstStyle>
            <a:lvl1pPr marL="0" indent="0">
              <a:buNone/>
              <a:defRPr sz="1885">
                <a:solidFill>
                  <a:schemeClr val="tx1">
                    <a:tint val="82000"/>
                  </a:schemeClr>
                </a:solidFill>
              </a:defRPr>
            </a:lvl1pPr>
            <a:lvl2pPr marL="359085" indent="0">
              <a:buNone/>
              <a:defRPr sz="1571">
                <a:solidFill>
                  <a:schemeClr val="tx1">
                    <a:tint val="82000"/>
                  </a:schemeClr>
                </a:solidFill>
              </a:defRPr>
            </a:lvl2pPr>
            <a:lvl3pPr marL="718170" indent="0">
              <a:buNone/>
              <a:defRPr sz="1414">
                <a:solidFill>
                  <a:schemeClr val="tx1">
                    <a:tint val="82000"/>
                  </a:schemeClr>
                </a:solidFill>
              </a:defRPr>
            </a:lvl3pPr>
            <a:lvl4pPr marL="1077255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4pPr>
            <a:lvl5pPr marL="1436340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5pPr>
            <a:lvl6pPr marL="1795424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6pPr>
            <a:lvl7pPr marL="2154509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7pPr>
            <a:lvl8pPr marL="2513594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8pPr>
            <a:lvl9pPr marL="2872679" indent="0">
              <a:buNone/>
              <a:defRPr sz="12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4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433876"/>
            <a:ext cx="5181600" cy="3417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33876"/>
            <a:ext cx="5181600" cy="34176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35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6778"/>
            <a:ext cx="10515600" cy="10411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320414"/>
            <a:ext cx="5157787" cy="647114"/>
          </a:xfrm>
        </p:spPr>
        <p:txBody>
          <a:bodyPr anchor="b"/>
          <a:lstStyle>
            <a:lvl1pPr marL="0" indent="0">
              <a:buNone/>
              <a:defRPr sz="1885" b="1"/>
            </a:lvl1pPr>
            <a:lvl2pPr marL="359085" indent="0">
              <a:buNone/>
              <a:defRPr sz="1571" b="1"/>
            </a:lvl2pPr>
            <a:lvl3pPr marL="718170" indent="0">
              <a:buNone/>
              <a:defRPr sz="1414" b="1"/>
            </a:lvl3pPr>
            <a:lvl4pPr marL="1077255" indent="0">
              <a:buNone/>
              <a:defRPr sz="1257" b="1"/>
            </a:lvl4pPr>
            <a:lvl5pPr marL="1436340" indent="0">
              <a:buNone/>
              <a:defRPr sz="1257" b="1"/>
            </a:lvl5pPr>
            <a:lvl6pPr marL="1795424" indent="0">
              <a:buNone/>
              <a:defRPr sz="1257" b="1"/>
            </a:lvl6pPr>
            <a:lvl7pPr marL="2154509" indent="0">
              <a:buNone/>
              <a:defRPr sz="1257" b="1"/>
            </a:lvl7pPr>
            <a:lvl8pPr marL="2513594" indent="0">
              <a:buNone/>
              <a:defRPr sz="1257" b="1"/>
            </a:lvl8pPr>
            <a:lvl9pPr marL="2872679" indent="0">
              <a:buNone/>
              <a:defRPr sz="12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1967530"/>
            <a:ext cx="5157787" cy="2893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0414"/>
            <a:ext cx="5183188" cy="647114"/>
          </a:xfrm>
        </p:spPr>
        <p:txBody>
          <a:bodyPr anchor="b"/>
          <a:lstStyle>
            <a:lvl1pPr marL="0" indent="0">
              <a:buNone/>
              <a:defRPr sz="1885" b="1"/>
            </a:lvl1pPr>
            <a:lvl2pPr marL="359085" indent="0">
              <a:buNone/>
              <a:defRPr sz="1571" b="1"/>
            </a:lvl2pPr>
            <a:lvl3pPr marL="718170" indent="0">
              <a:buNone/>
              <a:defRPr sz="1414" b="1"/>
            </a:lvl3pPr>
            <a:lvl4pPr marL="1077255" indent="0">
              <a:buNone/>
              <a:defRPr sz="1257" b="1"/>
            </a:lvl4pPr>
            <a:lvl5pPr marL="1436340" indent="0">
              <a:buNone/>
              <a:defRPr sz="1257" b="1"/>
            </a:lvl5pPr>
            <a:lvl6pPr marL="1795424" indent="0">
              <a:buNone/>
              <a:defRPr sz="1257" b="1"/>
            </a:lvl6pPr>
            <a:lvl7pPr marL="2154509" indent="0">
              <a:buNone/>
              <a:defRPr sz="1257" b="1"/>
            </a:lvl7pPr>
            <a:lvl8pPr marL="2513594" indent="0">
              <a:buNone/>
              <a:defRPr sz="1257" b="1"/>
            </a:lvl8pPr>
            <a:lvl9pPr marL="2872679" indent="0">
              <a:buNone/>
              <a:defRPr sz="12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7530"/>
            <a:ext cx="5183188" cy="2893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5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4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59092"/>
            <a:ext cx="3932237" cy="1256824"/>
          </a:xfrm>
        </p:spPr>
        <p:txBody>
          <a:bodyPr anchor="b"/>
          <a:lstStyle>
            <a:lvl1pPr>
              <a:defRPr sz="25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775541"/>
            <a:ext cx="6172200" cy="3827827"/>
          </a:xfrm>
        </p:spPr>
        <p:txBody>
          <a:bodyPr/>
          <a:lstStyle>
            <a:lvl1pPr>
              <a:defRPr sz="2513"/>
            </a:lvl1pPr>
            <a:lvl2pPr>
              <a:defRPr sz="2199"/>
            </a:lvl2pPr>
            <a:lvl3pPr>
              <a:defRPr sz="1885"/>
            </a:lvl3pPr>
            <a:lvl4pPr>
              <a:defRPr sz="1571"/>
            </a:lvl4pPr>
            <a:lvl5pPr>
              <a:defRPr sz="1571"/>
            </a:lvl5pPr>
            <a:lvl6pPr>
              <a:defRPr sz="1571"/>
            </a:lvl6pPr>
            <a:lvl7pPr>
              <a:defRPr sz="1571"/>
            </a:lvl7pPr>
            <a:lvl8pPr>
              <a:defRPr sz="1571"/>
            </a:lvl8pPr>
            <a:lvl9pPr>
              <a:defRPr sz="15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1615917"/>
            <a:ext cx="3932237" cy="2993685"/>
          </a:xfrm>
        </p:spPr>
        <p:txBody>
          <a:bodyPr/>
          <a:lstStyle>
            <a:lvl1pPr marL="0" indent="0">
              <a:buNone/>
              <a:defRPr sz="1257"/>
            </a:lvl1pPr>
            <a:lvl2pPr marL="359085" indent="0">
              <a:buNone/>
              <a:defRPr sz="1100"/>
            </a:lvl2pPr>
            <a:lvl3pPr marL="718170" indent="0">
              <a:buNone/>
              <a:defRPr sz="942"/>
            </a:lvl3pPr>
            <a:lvl4pPr marL="1077255" indent="0">
              <a:buNone/>
              <a:defRPr sz="785"/>
            </a:lvl4pPr>
            <a:lvl5pPr marL="1436340" indent="0">
              <a:buNone/>
              <a:defRPr sz="785"/>
            </a:lvl5pPr>
            <a:lvl6pPr marL="1795424" indent="0">
              <a:buNone/>
              <a:defRPr sz="785"/>
            </a:lvl6pPr>
            <a:lvl7pPr marL="2154509" indent="0">
              <a:buNone/>
              <a:defRPr sz="785"/>
            </a:lvl7pPr>
            <a:lvl8pPr marL="2513594" indent="0">
              <a:buNone/>
              <a:defRPr sz="785"/>
            </a:lvl8pPr>
            <a:lvl9pPr marL="2872679" indent="0">
              <a:buNone/>
              <a:defRPr sz="7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4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59092"/>
            <a:ext cx="3932237" cy="1256824"/>
          </a:xfrm>
        </p:spPr>
        <p:txBody>
          <a:bodyPr anchor="b"/>
          <a:lstStyle>
            <a:lvl1pPr>
              <a:defRPr sz="25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9" y="775541"/>
            <a:ext cx="6172200" cy="3827827"/>
          </a:xfrm>
        </p:spPr>
        <p:txBody>
          <a:bodyPr anchor="t"/>
          <a:lstStyle>
            <a:lvl1pPr marL="0" indent="0">
              <a:buNone/>
              <a:defRPr sz="2513"/>
            </a:lvl1pPr>
            <a:lvl2pPr marL="359085" indent="0">
              <a:buNone/>
              <a:defRPr sz="2199"/>
            </a:lvl2pPr>
            <a:lvl3pPr marL="718170" indent="0">
              <a:buNone/>
              <a:defRPr sz="1885"/>
            </a:lvl3pPr>
            <a:lvl4pPr marL="1077255" indent="0">
              <a:buNone/>
              <a:defRPr sz="1571"/>
            </a:lvl4pPr>
            <a:lvl5pPr marL="1436340" indent="0">
              <a:buNone/>
              <a:defRPr sz="1571"/>
            </a:lvl5pPr>
            <a:lvl6pPr marL="1795424" indent="0">
              <a:buNone/>
              <a:defRPr sz="1571"/>
            </a:lvl6pPr>
            <a:lvl7pPr marL="2154509" indent="0">
              <a:buNone/>
              <a:defRPr sz="1571"/>
            </a:lvl7pPr>
            <a:lvl8pPr marL="2513594" indent="0">
              <a:buNone/>
              <a:defRPr sz="1571"/>
            </a:lvl8pPr>
            <a:lvl9pPr marL="2872679" indent="0">
              <a:buNone/>
              <a:defRPr sz="15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1615917"/>
            <a:ext cx="3932237" cy="2993685"/>
          </a:xfrm>
        </p:spPr>
        <p:txBody>
          <a:bodyPr/>
          <a:lstStyle>
            <a:lvl1pPr marL="0" indent="0">
              <a:buNone/>
              <a:defRPr sz="1257"/>
            </a:lvl1pPr>
            <a:lvl2pPr marL="359085" indent="0">
              <a:buNone/>
              <a:defRPr sz="1100"/>
            </a:lvl2pPr>
            <a:lvl3pPr marL="718170" indent="0">
              <a:buNone/>
              <a:defRPr sz="942"/>
            </a:lvl3pPr>
            <a:lvl4pPr marL="1077255" indent="0">
              <a:buNone/>
              <a:defRPr sz="785"/>
            </a:lvl4pPr>
            <a:lvl5pPr marL="1436340" indent="0">
              <a:buNone/>
              <a:defRPr sz="785"/>
            </a:lvl5pPr>
            <a:lvl6pPr marL="1795424" indent="0">
              <a:buNone/>
              <a:defRPr sz="785"/>
            </a:lvl6pPr>
            <a:lvl7pPr marL="2154509" indent="0">
              <a:buNone/>
              <a:defRPr sz="785"/>
            </a:lvl7pPr>
            <a:lvl8pPr marL="2513594" indent="0">
              <a:buNone/>
              <a:defRPr sz="785"/>
            </a:lvl8pPr>
            <a:lvl9pPr marL="2872679" indent="0">
              <a:buNone/>
              <a:defRPr sz="7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4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1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286776"/>
            <a:ext cx="2628900" cy="45647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6776"/>
            <a:ext cx="7734300" cy="45647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8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286778"/>
            <a:ext cx="10515600" cy="1041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433876"/>
            <a:ext cx="10515600" cy="3417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992386"/>
            <a:ext cx="2743200" cy="286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D11DE-112B-477D-86BF-A4AAC8DAFD4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4992386"/>
            <a:ext cx="4114800" cy="286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992386"/>
            <a:ext cx="2743200" cy="286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BEE98-3281-4BFF-A20B-48428ADED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8170" rtl="0" eaLnBrk="1" latinLnBrk="0" hangingPunct="1">
        <a:lnSpc>
          <a:spcPct val="90000"/>
        </a:lnSpc>
        <a:spcBef>
          <a:spcPct val="0"/>
        </a:spcBef>
        <a:buNone/>
        <a:defRPr sz="3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542" indent="-179542" algn="l" defTabSz="71817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199" kern="1200">
          <a:solidFill>
            <a:schemeClr val="tx1"/>
          </a:solidFill>
          <a:latin typeface="+mn-lt"/>
          <a:ea typeface="+mn-ea"/>
          <a:cs typeface="+mn-cs"/>
        </a:defRPr>
      </a:lvl1pPr>
      <a:lvl2pPr marL="538627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885" kern="1200">
          <a:solidFill>
            <a:schemeClr val="tx1"/>
          </a:solidFill>
          <a:latin typeface="+mn-lt"/>
          <a:ea typeface="+mn-ea"/>
          <a:cs typeface="+mn-cs"/>
        </a:defRPr>
      </a:lvl2pPr>
      <a:lvl3pPr marL="897712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571" kern="1200">
          <a:solidFill>
            <a:schemeClr val="tx1"/>
          </a:solidFill>
          <a:latin typeface="+mn-lt"/>
          <a:ea typeface="+mn-ea"/>
          <a:cs typeface="+mn-cs"/>
        </a:defRPr>
      </a:lvl3pPr>
      <a:lvl4pPr marL="1256797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4pPr>
      <a:lvl5pPr marL="1615882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5pPr>
      <a:lvl6pPr marL="1974967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6pPr>
      <a:lvl7pPr marL="2334052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7pPr>
      <a:lvl8pPr marL="2693137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8pPr>
      <a:lvl9pPr marL="3052221" indent="-179542" algn="l" defTabSz="718170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1pPr>
      <a:lvl2pPr marL="359085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2pPr>
      <a:lvl3pPr marL="718170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3pPr>
      <a:lvl4pPr marL="1077255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4pPr>
      <a:lvl5pPr marL="1436340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5pPr>
      <a:lvl6pPr marL="1795424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6pPr>
      <a:lvl7pPr marL="2154509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7pPr>
      <a:lvl8pPr marL="2513594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8pPr>
      <a:lvl9pPr marL="2872679" algn="l" defTabSz="718170" rtl="0" eaLnBrk="1" latinLnBrk="0" hangingPunct="1">
        <a:defRPr sz="14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8169-15D8-89E8-D667-02DFA857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A8FDAD7-8EB2-6EFE-0BC2-275013C68CFD}"/>
              </a:ext>
            </a:extLst>
          </p:cNvPr>
          <p:cNvGrpSpPr/>
          <p:nvPr/>
        </p:nvGrpSpPr>
        <p:grpSpPr>
          <a:xfrm>
            <a:off x="220176" y="2495"/>
            <a:ext cx="11751649" cy="5381398"/>
            <a:chOff x="170459" y="4817"/>
            <a:chExt cx="11751649" cy="53813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26E10D7-5BFD-7CE9-64F9-5B2FD86EB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852" y="68780"/>
              <a:ext cx="2049365" cy="531743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ECE748-A273-3370-26F6-48B0DDF9B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64" t="4169" b="450"/>
            <a:stretch/>
          </p:blipFill>
          <p:spPr>
            <a:xfrm>
              <a:off x="3560610" y="4817"/>
              <a:ext cx="8361498" cy="214440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BB5B1B-0A81-E512-9A7B-5B51DCBAE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4340" y="2025885"/>
              <a:ext cx="4167024" cy="312526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B878512-D45B-2E37-1E9F-FA64458E6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81853" y="2025885"/>
              <a:ext cx="4167024" cy="3125268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A9DC25F-5DAD-09BF-2AD4-9A1C1F97D9FB}"/>
                </a:ext>
              </a:extLst>
            </p:cNvPr>
            <p:cNvSpPr/>
            <p:nvPr/>
          </p:nvSpPr>
          <p:spPr>
            <a:xfrm>
              <a:off x="1839689" y="4904961"/>
              <a:ext cx="129209" cy="11927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E0AB069-6DB3-873C-B818-FC9962E70E12}"/>
                </a:ext>
              </a:extLst>
            </p:cNvPr>
            <p:cNvSpPr/>
            <p:nvPr/>
          </p:nvSpPr>
          <p:spPr>
            <a:xfrm>
              <a:off x="2132894" y="4651513"/>
              <a:ext cx="129209" cy="11927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246AFD7-8FFA-7805-2FAC-FF7A839A5408}"/>
                </a:ext>
              </a:extLst>
            </p:cNvPr>
            <p:cNvSpPr/>
            <p:nvPr/>
          </p:nvSpPr>
          <p:spPr>
            <a:xfrm>
              <a:off x="1736326" y="403279"/>
              <a:ext cx="129209" cy="11927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9B75B41-E7E7-52F1-4665-814C33DDCD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5988" y="68780"/>
              <a:ext cx="92910" cy="299360"/>
            </a:xfrm>
            <a:prstGeom prst="straightConnector1">
              <a:avLst/>
            </a:prstGeom>
            <a:ln w="5715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89BCDC0-6B23-869F-7E5A-8092DAA3E99C}"/>
                </a:ext>
              </a:extLst>
            </p:cNvPr>
            <p:cNvSpPr txBox="1"/>
            <p:nvPr/>
          </p:nvSpPr>
          <p:spPr>
            <a:xfrm>
              <a:off x="343755" y="139047"/>
              <a:ext cx="527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5004B8-4A59-8043-DF37-DAFA07346084}"/>
                </a:ext>
              </a:extLst>
            </p:cNvPr>
            <p:cNvSpPr txBox="1"/>
            <p:nvPr/>
          </p:nvSpPr>
          <p:spPr>
            <a:xfrm>
              <a:off x="3213854" y="137308"/>
              <a:ext cx="642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A86A9D-E8B9-D5B1-F126-3775CF374C7F}"/>
                </a:ext>
              </a:extLst>
            </p:cNvPr>
            <p:cNvSpPr/>
            <p:nvPr/>
          </p:nvSpPr>
          <p:spPr>
            <a:xfrm>
              <a:off x="1526611" y="3871435"/>
              <a:ext cx="735492" cy="59958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19DCE2-8360-73F5-700A-7AE824D351A4}"/>
                </a:ext>
              </a:extLst>
            </p:cNvPr>
            <p:cNvSpPr txBox="1"/>
            <p:nvPr/>
          </p:nvSpPr>
          <p:spPr>
            <a:xfrm>
              <a:off x="3213852" y="2231334"/>
              <a:ext cx="64253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/>
                <a:t>(c)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923466-65AA-8CEB-11FF-CF93A7DBE035}"/>
                </a:ext>
              </a:extLst>
            </p:cNvPr>
            <p:cNvSpPr txBox="1"/>
            <p:nvPr/>
          </p:nvSpPr>
          <p:spPr>
            <a:xfrm>
              <a:off x="7381365" y="2225915"/>
              <a:ext cx="642536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/>
                <a:t>(d)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E72A83F-4CC8-CB80-C179-C3D0FE26E9AA}"/>
                </a:ext>
              </a:extLst>
            </p:cNvPr>
            <p:cNvCxnSpPr>
              <a:cxnSpLocks/>
              <a:stCxn id="29" idx="1"/>
              <a:endCxn id="35" idx="2"/>
            </p:cNvCxnSpPr>
            <p:nvPr/>
          </p:nvCxnSpPr>
          <p:spPr>
            <a:xfrm flipH="1" flipV="1">
              <a:off x="905351" y="3713339"/>
              <a:ext cx="621260" cy="4578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A8B36A8-8866-5289-4726-E1364E1CB171}"/>
                </a:ext>
              </a:extLst>
            </p:cNvPr>
            <p:cNvSpPr txBox="1"/>
            <p:nvPr/>
          </p:nvSpPr>
          <p:spPr>
            <a:xfrm>
              <a:off x="5844209" y="3913092"/>
              <a:ext cx="1017227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R=0.92</a:t>
              </a:r>
            </a:p>
            <a:p>
              <a:r>
                <a:rPr lang="en-US" dirty="0"/>
                <a:t>p&lt;0.001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B5C034-93EF-EB4F-4419-3D1636E68883}"/>
                </a:ext>
              </a:extLst>
            </p:cNvPr>
            <p:cNvSpPr txBox="1"/>
            <p:nvPr/>
          </p:nvSpPr>
          <p:spPr>
            <a:xfrm>
              <a:off x="10008705" y="3913091"/>
              <a:ext cx="1019756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R=0.91</a:t>
              </a:r>
            </a:p>
            <a:p>
              <a:r>
                <a:rPr lang="en-US" dirty="0"/>
                <a:t>p&lt;0.001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6EAC35D-8245-C757-64A3-314B1AF8D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721" t="19424" r="19895" b="11376"/>
            <a:stretch/>
          </p:blipFill>
          <p:spPr>
            <a:xfrm>
              <a:off x="170459" y="2494723"/>
              <a:ext cx="1469784" cy="121861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503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24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Blandino</dc:creator>
  <cp:lastModifiedBy>Maharjan, Shashwat</cp:lastModifiedBy>
  <cp:revision>11</cp:revision>
  <dcterms:created xsi:type="dcterms:W3CDTF">2025-05-01T17:39:16Z</dcterms:created>
  <dcterms:modified xsi:type="dcterms:W3CDTF">2026-07-03T15:27:11Z</dcterms:modified>
</cp:coreProperties>
</file>